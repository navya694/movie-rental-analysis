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9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B929F6-E29D-41A4-9AB2-C0DA116FE52A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DAB1FB-3E17-4CDD-98B2-4DB419700D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1096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85DA0-FB60-6495-2113-B1D823AE98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683D68-38BF-7210-9140-365429C4B8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367BE1-AB37-629D-BBAF-72A4107A7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109FA-DD02-4559-8E9E-1955B6735073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4A8CF5-2C47-2A5A-8C53-F2DD60413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A03848-17CC-DB1E-4D55-1A081DF5D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A2F28-9D1D-4ED2-8802-37A57B777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6237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76E9E-1E1E-972D-EE39-EF4182FA6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799DE-8CE4-D646-AAB9-13D1649E32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D86A9E-D8A5-1B27-24B5-2895D45D1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109FA-DD02-4559-8E9E-1955B6735073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D1AC88-6421-ABD1-4415-2C9164ADA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F20DDE-31EF-1206-6DA1-A0144C0BA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A2F28-9D1D-4ED2-8802-37A57B777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3696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7CFC0-FE7A-A51B-0299-ABF7E9118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6E8B2-C7B9-915A-54C8-A1D0C007AC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48B39-02B6-F411-0F2D-08E32D5E2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109FA-DD02-4559-8E9E-1955B6735073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8715FB-B57C-8AD6-E799-42DEE26F5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A1A5B-B8FA-CD06-B31B-05F512289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A2F28-9D1D-4ED2-8802-37A57B777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289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90B4C-6959-0CCD-9480-6CEF7AE57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71F5E-3CAE-3241-C02C-932BA6F29F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89A75D-5EA0-EE9E-DF4F-66194D0A41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C2862F-7B81-06B5-7FBF-37EDBA4D4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109FA-DD02-4559-8E9E-1955B6735073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0DB00B-A426-13AD-D005-C99E0EF66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04ED50-2428-B7A6-03B8-B9841EBBD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A2F28-9D1D-4ED2-8802-37A57B777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9469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289A5-8FD6-D809-ECF9-E9BB33E9E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A7B03-0CAF-D3E3-54B5-FA6368448B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781130-A19F-BF6D-6F2D-0EBD8FC522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9658D6-1DE2-0C5D-A087-AC2B2ED212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8BE790-0980-60C0-027E-F5BB68120A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FCEB9F-484A-8275-AE5B-51003ECE2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109FA-DD02-4559-8E9E-1955B6735073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8FD5BB-1CF2-F7E7-AC73-9CB30AD6D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0F305D-A1BB-622C-9235-E5E1C4753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A2F28-9D1D-4ED2-8802-37A57B777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7462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439A9-32E3-8408-59F3-BCBF216EA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4D36EE-BB04-4584-6354-1C39BC8BE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109FA-DD02-4559-8E9E-1955B6735073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5A88F7-1846-1115-2B2E-7FBBD4BB8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29FEC1-5E71-5717-43CF-CB199A06E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A2F28-9D1D-4ED2-8802-37A57B777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1049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041DBF-4B57-E8BC-9F93-8B1E30EF9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109FA-DD02-4559-8E9E-1955B6735073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7D9902-C165-4118-D7A4-F8CF5AA07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05F852-B2B5-DAF2-00AE-F1A7D3DD8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A2F28-9D1D-4ED2-8802-37A57B777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296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2CBE7-7D19-0400-7576-ED3ABC105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C0962-B747-DA36-267A-ABC42B890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F14D8A-2172-0F1E-46F0-D26BA6D9AF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FE8007-7713-68C1-E800-BED2F0A92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109FA-DD02-4559-8E9E-1955B6735073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243636-254B-31E9-2DC8-ACBEB30B6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53EF33-0608-BD62-A68D-229FCE534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A2F28-9D1D-4ED2-8802-37A57B777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4973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E80FD-B144-E8A6-6418-6D2FD3228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FB3B7B-667B-805B-3DD2-01CD825701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2EC7FD-4BBB-8C2E-62D4-E55B5AE986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4CCC5F-981C-CCAA-1499-DF02C8DF1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109FA-DD02-4559-8E9E-1955B6735073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9FBDB6-E3AA-5464-BB40-270396A75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5B1760-F64E-AD78-DA8F-09A15D3B1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A2F28-9D1D-4ED2-8802-37A57B777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7884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90186-77DB-C29F-8B0E-65286FA54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5EEC41-D1A4-1497-ECA9-47AB2AC2F0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0A66B-4BDF-7F10-68F4-C87EA9FB5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109FA-DD02-4559-8E9E-1955B6735073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6C6E30-5036-3534-A117-CEC21089B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89E967-52C2-A7FC-916A-625654BA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A2F28-9D1D-4ED2-8802-37A57B777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1729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A17635-3969-F818-DA98-C530515F5C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F01E95-F650-402D-11AC-EFA04E5277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5D29A1-9260-BD52-04B6-C9D77311D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109FA-DD02-4559-8E9E-1955B6735073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698375-213D-8474-C581-5F9B3CF12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ABC3C-D1DE-9034-7289-FADE2AC70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A2F28-9D1D-4ED2-8802-37A57B777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8091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C4BE95-C0A3-7B3F-DF3E-7BBA6DDF6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48A6D0-46A3-8F83-DB37-29089A1531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3E22C0-86EB-569B-DA31-6805814D11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6109FA-DD02-4559-8E9E-1955B6735073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9F5105-168D-4D03-BD31-3F28C6E6AA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33B00-0DE9-F956-D528-3CD403BB1B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3A2F28-9D1D-4ED2-8802-37A57B777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1918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41646-7869-25CF-1EC5-54C62AFC3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5929" y="2410235"/>
            <a:ext cx="5395451" cy="1325563"/>
          </a:xfrm>
        </p:spPr>
        <p:txBody>
          <a:bodyPr/>
          <a:lstStyle/>
          <a:p>
            <a:r>
              <a:rPr lang="en-IN" b="1" dirty="0"/>
              <a:t>Movie Rental Analytics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8577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1C934-103C-1FDF-C27B-BF6B5E57F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11C9B01-9268-6EF6-E7FA-BF8DC0F500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953"/>
            <a:ext cx="12192000" cy="6866953"/>
          </a:xfrm>
        </p:spPr>
      </p:pic>
    </p:spTree>
    <p:extLst>
      <p:ext uri="{BB962C8B-B14F-4D97-AF65-F5344CB8AC3E}">
        <p14:creationId xmlns:p14="http://schemas.microsoft.com/office/powerpoint/2010/main" val="2661490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7B823-9923-D2E1-BDD8-51DC1A89A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AC72C29-F5C4-D2C8-57D5-E35E773BEE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220015" cy="6858001"/>
          </a:xfrm>
        </p:spPr>
      </p:pic>
    </p:spTree>
    <p:extLst>
      <p:ext uri="{BB962C8B-B14F-4D97-AF65-F5344CB8AC3E}">
        <p14:creationId xmlns:p14="http://schemas.microsoft.com/office/powerpoint/2010/main" val="605278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4859D-416A-60AD-CD3A-FF12B9D30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B2C6D6-9530-1235-8B3A-B4E3090110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52464"/>
          </a:xfrm>
        </p:spPr>
      </p:pic>
    </p:spTree>
    <p:extLst>
      <p:ext uri="{BB962C8B-B14F-4D97-AF65-F5344CB8AC3E}">
        <p14:creationId xmlns:p14="http://schemas.microsoft.com/office/powerpoint/2010/main" val="30371085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43625-74E3-6AAB-68CC-4B4320330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1161BA-9E1A-20B6-9A91-15AB33B15B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39620"/>
          </a:xfrm>
        </p:spPr>
      </p:pic>
    </p:spTree>
    <p:extLst>
      <p:ext uri="{BB962C8B-B14F-4D97-AF65-F5344CB8AC3E}">
        <p14:creationId xmlns:p14="http://schemas.microsoft.com/office/powerpoint/2010/main" val="22847933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35800-5B3A-A9D4-46BA-89F4648BB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0DD225-4C6A-48FC-1A93-3DA4B9C269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100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2BD6944-7970-CB45-49D5-F70DB86C60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2217" y="625275"/>
            <a:ext cx="4174435" cy="560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246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68074-6411-8A2C-AC21-EDDFB9065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97E5F7F-917B-1016-9366-E40CF86920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17" y="-1"/>
            <a:ext cx="12192000" cy="6840647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87E24E8-D37D-AC28-1B99-F93E587F6F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"/>
            <a:ext cx="4581938" cy="34290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49F4213-ABAA-D5F2-835C-A26DF15504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28999"/>
            <a:ext cx="4581938" cy="342900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81D4D41-1FA2-FB05-0A70-0677546098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428999"/>
            <a:ext cx="4591877" cy="3457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378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D49CF-FCCA-B819-A61B-C0E765DE2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22D130E-6F6F-2E94-F37F-9230BE2666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92001" cy="6846409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F1D41D-B86F-3D00-B4B3-8FAE8D9FE1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4591877" cy="3429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99DCF7E-47E7-7BC6-3B61-8BB61D9A7F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428999"/>
            <a:ext cx="4591877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942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8FD4C-3D90-40C9-A37D-42B4D8F20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41E7051-3F08-31C8-82A8-437B71AA2F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16339" cy="6858000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29126F5-59EA-DCBE-A14A-1CAF478EC6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3191" y="0"/>
            <a:ext cx="4573148" cy="3429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187CDE-77D4-9648-4A9E-A469D40284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3191" y="3429000"/>
            <a:ext cx="4573148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6178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42BB3-DC64-679E-E971-2CE3B88CC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51C68ED-45B3-A8D1-754B-F0CFA06B99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939"/>
            <a:ext cx="12192000" cy="6860100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29864A4-2ECA-4D11-76C7-BE93170E61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3314" y="0"/>
            <a:ext cx="4568686" cy="34289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F33412D-B830-D2F7-E40C-A7B39F5420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3314" y="3428999"/>
            <a:ext cx="4568686" cy="3428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4970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44DB5-BD59-F13E-6EEA-4EF58656D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FACE79C-DFB7-1643-3185-B7109893A6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39620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D0D973-70BF-0FCE-F522-999F003780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8381"/>
            <a:ext cx="4591878" cy="34106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608D2A-44FE-0654-B06F-ABD4FE958D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447381"/>
            <a:ext cx="4591878" cy="3410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1557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809DE-C6FB-B125-4B1A-E56918C21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2C7446-9E5E-ADF5-F1DB-E3BC4A4B88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664" y="0"/>
            <a:ext cx="12213450" cy="6858000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E2EFE60-1048-A191-FA1E-EB9FB169FC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5686" y="20914"/>
            <a:ext cx="4956313" cy="34080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25C4CF-8390-A436-5D0B-5C4226119C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5686" y="3429000"/>
            <a:ext cx="4967038" cy="3408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5563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4</Words>
  <Application>Microsoft Office PowerPoint</Application>
  <PresentationFormat>Widescreen</PresentationFormat>
  <Paragraphs>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Movie Rental Analytics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rakesh deepak</dc:creator>
  <cp:lastModifiedBy>Naveen Kodela</cp:lastModifiedBy>
  <cp:revision>4</cp:revision>
  <dcterms:created xsi:type="dcterms:W3CDTF">2025-07-26T09:52:48Z</dcterms:created>
  <dcterms:modified xsi:type="dcterms:W3CDTF">2026-10-14T10:19:16Z</dcterms:modified>
</cp:coreProperties>
</file>